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BBBB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CheXpert No Finding の年齢差とラベルの付け方：研究進捗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No Finding の陽性に混ざる 2 種類のレポート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92240" y="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D3D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ラベルの付け方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7315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B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高齢の陽性ほど、追跡撮影の質問に答えただけのレポートが多い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353312"/>
            <a:ext cx="8229600" cy="0"/>
          </a:xfrm>
          <a:prstGeom prst="line">
            <a:avLst/>
          </a:prstGeom>
          <a:noFill/>
          <a:ln w="9525">
            <a:solidFill>
              <a:srgbClr val="1F3B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63040"/>
            <a:ext cx="4069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No Finding の陽性は「レポートが異常に触れていない」画像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レポートの文面から、陽性を種別に分けた</a:t>
            </a:r>
            <a:endParaRPr lang="en-US" sz="1150" dirty="0"/>
          </a:p>
          <a:p>
            <a:pPr lvl="1" marL="3048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正常を明言：画像全体を見て、正常と書いたもの</a:t>
            </a:r>
            <a:endParaRPr lang="en-US" sz="1150" dirty="0"/>
          </a:p>
          <a:p>
            <a:pPr lvl="1" marL="3048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追跡撮影の質問に答えただけ：デバイスの位置・気胸の有無・前回との比較などに答え、ほかの所見に触れないもの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後者は、レポートが触れない異常が画像に残っていても陽性になる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高齢（≥65）の陽性では、追跡撮影型が 58%（若年 43%）、正常を明言が 28%（若年 45%）</a:t>
            </a:r>
            <a:endParaRPr lang="en-US" sz="1150" dirty="0"/>
          </a:p>
        </p:txBody>
      </p:sp>
      <p:pic>
        <p:nvPicPr>
          <p:cNvPr id="11" name="Image 0" descr="/home/akiba/workspace/hypernet-fairness/docs/slide-label-semantics/figures/composi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600200"/>
            <a:ext cx="4023360" cy="2274073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57200" y="44622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CheXpert test 19,617 枚（陽性は No Finding）。種別はレポートの正規表現による分類（data_pipeline の label_construct.py）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BBBB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CheXpert No Finding の年齢差とラベルの付け方：研究進捗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正常を明言した陽性で測ると年齢差は縮む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92240" y="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D3D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ラベルの付け方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7315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B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陽性を正常を明言したものに絞ると、AUROC の年齢差は 0.065 から 0.012 に減る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353312"/>
            <a:ext cx="8229600" cy="0"/>
          </a:xfrm>
          <a:prstGeom prst="line">
            <a:avLst/>
          </a:prstGeom>
          <a:noFill/>
          <a:ln w="9525">
            <a:solidFill>
              <a:srgbClr val="1F3B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63040"/>
            <a:ext cx="4069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学習はし直さず、既存の予測を評価し直した</a:t>
            </a:r>
            <a:endParaRPr lang="en-US" sz="1150" dirty="0"/>
          </a:p>
          <a:p>
            <a:pPr lvl="1" marL="3048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陰性は全件残し、陽性だけを種別で絞る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年齢差（&lt;65 − ≥65）：0.065 → 0.012</a:t>
            </a:r>
            <a:endParaRPr lang="en-US" sz="1150" dirty="0"/>
          </a:p>
          <a:p>
            <a:pPr lvl="1" marL="3048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縮み幅 −0.053 [−0.084, −0.020]</a:t>
            </a:r>
            <a:endParaRPr lang="en-US" sz="1150" dirty="0"/>
          </a:p>
          <a:p>
            <a:pPr lvl="1" marL="3048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絞った後の区間 [-0.009, 0.037] は 0 を含む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追跡撮影型だけの陽性では、年齢差 0.059 が残る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年齢差の内訳：種別の構成の違いで約 3 割、追跡撮影型の中の差で約 5 割</a:t>
            </a:r>
            <a:endParaRPr lang="en-US" sz="1150" dirty="0"/>
          </a:p>
        </p:txBody>
      </p:sp>
      <p:pic>
        <p:nvPicPr>
          <p:cNvPr id="11" name="Image 0" descr="/home/akiba/workspace/hypernet-fairness/docs/slide-label-semantics/figures/auroc_by_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463040"/>
            <a:ext cx="4023360" cy="262393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57200" y="44622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ResNet-50 ERM（race-known 主比較、3 seed の logit 平均）。区間は患者単位 bootstrap 500 回の 95%。≥65 の正常を明言した陽性は 140 件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BBBB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CheXpert No Finding の年齢差とラベルの付け方：研究進捗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既存の 6 条件でも同じ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92240" y="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D3D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ラベルの付け方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7315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B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どの条件も年齢差が 0.012〜0.015 にそろう。手法の差もラベルの差に埋もれていた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353312"/>
            <a:ext cx="8229600" cy="0"/>
          </a:xfrm>
          <a:prstGeom prst="line">
            <a:avLst/>
          </a:prstGeom>
          <a:noFill/>
          <a:ln w="9525">
            <a:solidFill>
              <a:srgbClr val="1F3B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63040"/>
            <a:ext cx="4069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race-known の主比較 6 条件で、同じ測り直しをした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陽性全体：年齢差 0.058〜0.069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正常を明言した陽性：0.012〜0.015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構成（ResNet・Spatial LoRA・HyperAdapt）や損失（ERM・GroupDRO）の違いは、どちらで測っても小さい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最悪群 AUROC などで手法を比べた差は、主にラベルの付け方の差を見ていた可能性が高い</a:t>
            </a:r>
            <a:endParaRPr lang="en-US" sz="1150" dirty="0"/>
          </a:p>
        </p:txBody>
      </p:sp>
      <p:pic>
        <p:nvPicPr>
          <p:cNvPr id="11" name="Image 0" descr="/home/akiba/workspace/hypernet-fairness/docs/slide-label-semantics/figures/six_condi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463040"/>
            <a:ext cx="4023360" cy="240527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57200" y="44622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各条件 3 seed の logit 平均。test は CheXpert 19,617 枚で共通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BBBB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CheXpert No Finding の年齢差とラベルの付け方：研究進捗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ほかのデータセットの属性差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92240" y="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D3D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ラベルの付け方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7315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B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年齢の差は、どのデータでも順位より動作点のずれのほうが大きい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353312"/>
            <a:ext cx="8229600" cy="0"/>
          </a:xfrm>
          <a:prstGeom prst="line">
            <a:avLst/>
          </a:prstGeom>
          <a:noFill/>
          <a:ln w="9525">
            <a:solidFill>
              <a:srgbClr val="1F3B57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011680"/>
                <a:gridCol w="1691640"/>
                <a:gridCol w="1691640"/>
                <a:gridCol w="16459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データ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属性（差の向き）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AUROC の差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TPR の差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FPR の差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HAM10000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年齢（&lt;65 − ≥65）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+0.033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[−0.021, +0.089]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−0.165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[−0.346, +0.012]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B5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−0.087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B5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[−0.145, −0.030]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HAM10000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性別（女性 − 男性）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+0.016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[−0.034, +0.061]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−0.048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[−0.251, +0.144]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B5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−0.046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B5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[−0.085, −0.005]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FairVLMed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年齢（&lt;65 − ≥65）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B5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−0.047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B5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[−0.084, −0.009]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B5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−0.242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B5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[−0.294, −0.190]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B5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−0.236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B5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[−0.296, −0.178]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FairVLMed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race（White − Black）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+0.043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[−0.011, +0.098]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−0.017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[−0.084, +0.047]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−0.084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[−0.176, +0.010]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FairVLMed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性別（女性 − 男性）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B5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−0.050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B5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[−0.086, −0.016]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−0.045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[−0.097, +0.006]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B5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+0.072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B5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[+0.017, +0.130]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57200" y="34290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HAM10000：AUROC の差は年齢・性別とも 0 と区別できない。高齢は FPR が 0.087 高い（得点を一様に上げる）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FairVLMed の年齢：高齢のほうが AUROC は高い。TPR・FPR は高齢で 0.242・0.236 高く、順位の差の約 5 倍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FairVLMed の性別：AUROC の差 0.050 が残り、FPR の差と同じ程度。ラベルの付け方で説明できるかは未確認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44622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ResNet-50 ERM（3 seed の logit 平均）、しきい値 0.5。太字は 95% 区間が 0 を含まない（HAM は病変単位、FairVLMed は画像単位の bootstrap）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2026-10-12T05:30:09Z</dcterms:created>
  <dcterms:modified xsi:type="dcterms:W3CDTF">2026-10-12T05:30:09Z</dcterms:modified>
</cp:coreProperties>
</file>