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46304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先行研究の整理と GroupDRO での具体例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class weight と fairness の切り離しの問題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先行研究では class weight について言及しているものがほとんどない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サブグループごとの重み付けや、出力・分布を合わせることにのみフォーカスしている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クラスの扱い方で、先行研究は次の 3 パターンに分かれる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A：群は属性だけ、損失はクラスを混ぜたまま → 陽性率が群の難しさに混ざる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B：群を「属性 × ラベル」のセルにする → 群ごとに切片がずれる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C：正解クラスで条件付ける → 陽性率の違いは定式化の段階で消える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パターン別の代表例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MEDFAIR の GroupDRO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重みなし BCE の群平均で q を更新する。step size 0.01 で固定。補正なし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FIS（FairVision）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群の重みを、陽性と陰性を混ぜた損失分布の Sinkhorn 距離から計算する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LHCF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群のリスク R_k は単純な群平均損失。群の陽性率は 0〜66% とばらつくが補正なし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Yang et al. (Nat. Med. 2024)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GroupDRO / ReSample / DFR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 = y·A + a のセル単位。ReSample では、どの群もバッチ内の陽性率が 50% になる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MEDFAIR の resampling（balanced）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セル単位で均等に抽出する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Zhang et al. の MMDMatch / MeanMatch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y=0 と y=1 のそれぞれで、群のスコア分布を全体の分布に合わせる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CFair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全体共通の class weight（balanced error）と、Y ごとに別の adversary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GroupDRO の問題 ①：global な class weight を一律に適用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サブグループごとに陽性率が明確に異なる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陽性率の高いサブグループほど、高いクラス重みが多くのサンプルに割り当てられ、損失が大きくなる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右図：どのサンプルも損失 ℓ が同じ（識別の難しさが同じ）でも、群 X の損失は群 Y の約 2 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GroupDRO の q は群 X に寄る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識別の難しさ・バイアスではなく、陽性率の違いに大きく依存した学習調整になる</a:t>
            </a:r>
            <a:endParaRPr lang="en-US" sz="1400" dirty="0"/>
          </a:p>
        </p:txBody>
      </p:sp>
      <p:pic>
        <p:nvPicPr>
          <p:cNvPr id="8" name="Image 0" descr="/home/akiba/workspace/hypernet-fairness/docs/slide-kousei/figures/global-class-w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4114800" cy="31796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GroupDRO の問題 ②：群ごとに class weight を用意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サブグループごとに最適化している目的関数が異なる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重み付き BCE の最適な logit は、群ごとに log w+ だけずれる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右図：陽性率 10% の群 Y は w+ = 9 となり、logit が約 2.2 右にずれる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群内の順位は保たれるが、全群をまとめるとスコア分布が揃わない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共通のしきい値では群 Y の陰性が陽性側に入る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global な識別性能を大きく低下させる</a:t>
            </a:r>
            <a:endParaRPr lang="en-US" sz="1400" dirty="0"/>
          </a:p>
        </p:txBody>
      </p:sp>
      <p:pic>
        <p:nvPicPr>
          <p:cNvPr id="8" name="Image 0" descr="/home/akiba/workspace/hypernet-fairness/docs/slide-kousei/figures/per-group-class-w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4114800" cy="3179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解決案と論点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現状の問題点：class weight と公平性の切り離し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解決案：「群の難しさはサブグループごとの class weight で測る」＋「最適化は global な class weight で行う」</a:t>
            </a:r>
            <a:endParaRPr lang="en-US" sz="14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上記の ① と ② の問題はどちらも解決できそう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論点：「Hypernetwork に公平性損失を割り当てる」という主目的に対して、class weight を考慮した試行錯誤を行うべきかは不明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2026-09-29T09:23:06Z</dcterms:created>
  <dcterms:modified xsi:type="dcterms:W3CDTF">2026-09-29T09:23:06Z</dcterms:modified>
</cp:coreProperties>
</file>